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PII Sanitization Pipeline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Case Study 2: Text Analysis, Entity Recognition &amp; Privacy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Client: Cadence Financial Group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Mission: Zero-leakage redaction of confidential multi-format corporate artifacts (.docx, .pptx, .pdf)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Constraint: Strictly 100% local execution — no external LLMs or third-party APIs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Team Ownership: Person 1 (Extraction), Person 2 (Detection), Person 3 (Redaction &amp; QA), Person 4 (Integration &amp; Demo), Person 5 (Architecture &amp; Deck)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5 (Presenter / Architecture Lead)  |  Cadence Financial Group — Case Study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Context &amp; Privacy Mandate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Why Unredacted Corporate Data Must Never Reach Downstream LLMs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Regulatory Imperative: GDPR, GLBA, and financial data privacy prohibit sending customer/employee PII to external model APIs.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Confidentiality Scope: Organizational rosters, risk management policies, and third-party vendor training materials.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The Zero-Leakage Catch: Models fine-tuned or queried on raw text risk persistent memorization and data leakage.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Core Objective: Intercept and neutralize sensitive entities locally before vectorization or LLM prompt construction.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5 (Presenter)  |  Cadence Financial Group — Case Study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Blueprint: Functional Data Flow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Sequential End-to-End Processing from Ingestion to Downstream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Stage 1: Document Upload &amp; Format Ingestion (.docx, .pptx, .pdf).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Stage 2: Format-Specific Text Extraction with Tesseract OCR fallback for scanned pages.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Stage 3: Text Normalization and source coordinate mapping (segment_id).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Stage 4: Hybrid PII Detection Engine combining Regex and spaCy NER.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Stage 5: Right-to-Left Character Offset Redaction (Prevents index-shifting bugs).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Stage 6: Privacy Safety Gate &amp; Downstream Delivery (findings.csv, sanitized texts).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5 (Presenter)  |  Cadence Financial Group — Case Study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 &amp; Component Choices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Engineered for 100% Local Runtimes and Maximum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Word (.docx) Engine: python-docx + lxml traversing true document order (paragraphs, tables, embedded images).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Presentation (.pptx) Engine: python-pptx walking shapes, tables, charts, and slide speaker notes.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PDF &amp; OCR Engine: PyMuPDF (fitz) for sub-second native text + pytesseract at 300 DPI for scanned pages.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NLP Engine: spaCy (en_core_web_sm) with customized non-person stop-word filtering + Python re engine.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Orchestrator: 01_Demo/main.py unifying all 5 modules with modular contracts and fresh-runtime capability.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4 (Integration Owner)  |  Cadence Financial Group — Case Study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Extraction Logic &amp; OCR Fallback Strategy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Handling Scanned Pages, Nested Tables, and Embedded Vector Graphics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DOCX Invariant: Extracts paragraphs and table cells in strict reading order with heading hierarchy tracking.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PPTX Traversal: Recursive walk through slide shape groups, notes, and embedded screenshots.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Scanned PDF Detection: PyMuPDF checks native char threshold (&lt;30 chars triggers automatic 300 DPI image rendering).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OCR Quality Scoring: Tesseract word-confidence scored per block; scores &lt;70 flagged with explicit warnings.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Traceability Contract: Every text unit is assigned a globally unique segment_id (&lt;filename&gt;#00001).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1 (Extraction Lead)  |  Cadence Financial Group — Case Study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Hybrid PII Detection &amp; Precision Tuning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Combining Deterministic Regex and Statistical Named Entity Recognition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High-Precision Regex: Corporate emails, E.164 &amp; local phone formats, IPv4 addresses, and EMP/AC IDs.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Statistical NER: spaCy Person Entity Recognizer with custom domain heuristic guardrails.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False-Positive Suppression: Eliminated corporate terms ('TPRM', 'Ironclad', 'Appendix') and policy numbers.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Boundary Overlap Resolver: Strict priority deduplication prevents email sub-strings from misclassifying as names.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Confidence Labeling: Deterministic Regex assigned 0.95; contextual NER assigned 0.70 confidence.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2 (PII Detection Lead)  |  Cadence Financial Group — Case Study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Redaction Engine &amp; The Privacy Safety Gate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Offset Invariance and Automated Governance Safeguards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Right-to-Left Sorting Rule: Slices text from highest start offset to lowest — eliminates character shifting.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Explicit Masking Tags: [REDACTED: EMAIL], [REDACTED: PERSON_NAME], [REDACTED: EMPLOYEE_ID], etc.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The Privacy Safety Gate: If OCR degrades or a page fails extraction, status is flagged 'REVIEW REQUIRED'.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No Silent Passages: Zero PII detected on an unreadable document NEVER passes as clean.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Audit Deliverables: findings.csv, findings.json, and sanitized plain text for every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3 (Redaction &amp; QA Lead)  |  Cadence Financial Group — Case Study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Demonstration: Pipeline in Action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Terminal CLI Demo &amp; Interactive Jupyter / Colab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Live Run: 01_Demo/main.py executed sequentially across all 3 Cadence artifacts.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3,299 Text Segments Extracted: 1,791 DOCX, 1,134 PDF, 374 PPTX.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673 Total PII Entities Neutralized: 303 Names, 191 Emails, 173 IDs, 6 Phones.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Before vs After Diffs: Verified real-time masking of org charts, attendee rosters, and contact tables.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Presentation Safe Mode: Sensitive values automatically masked (e.g., m***g@cadencefg.example) in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4 (Demo Owner)  |  Cadence Financial Group — Case Study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Validation Metrics, QA Benchmark &amp; Limitations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Rigorous Empirical Testing and Honest Boundary Disclosures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Precision: 90% achieved on test sample via strict boundary filtering and non-person stop-words.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Recall: 90% on benchmark evaluation; edge cases documented in qa_log.csv.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Document Structure: Retains 100% of reading order and segment paragraph/slide context.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Known Limitations: Severely degraded scanned PDFs depend on OCR resolution; rare single-word initials require human review.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Operational Requirement: Human-in-the-loop audit sign-off for flagged segments.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3 &amp; Person 5  |  Cadence Financial Group — Case Study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822960" cy="64008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82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Conclusion, Governance Impact &amp; Q&amp;A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Cadence Financial Group is AI-Ready and Compliance-Assured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Key Achievement: Fully functional, 100% local PII sanitization pipeline delivered on schedule.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Zero Cloud Exposure: Client data remains completely air-gapped within the corporate perimeter.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Enterprise Traceability: Every redaction maps back to exact slide shapes, table cells, or PDF blocks.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Next Steps: Scale to batch S3/SharePoint connectors and fine-tune specialized financial NER models.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</a:defRPr>
            </a:pPr>
            <a:r>
              <a:t>•   Thank you! We welcome your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🎤 Designated Speaker: Person 5 (Presenter / All Team Members)  |  Cadence Financial Group — Case Study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